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37CC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548640"/>
            <a:ext cx="3200400" cy="3200400"/>
          </a:xfrm>
          <a:prstGeom prst="ellipse">
            <a:avLst/>
          </a:prstGeom>
          <a:solidFill>
            <a:srgbClr val="3B37CC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182880"/>
            <a:ext cx="2011680" cy="201168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457200" y="3474720"/>
            <a:ext cx="2560320" cy="256032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NOVA CLASS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194560" cy="54864"/>
          </a:xfrm>
          <a:prstGeom prst="rect">
            <a:avLst/>
          </a:prstGeom>
          <a:solidFill>
            <a:srgbClr val="3B37CC"/>
          </a:solidFill>
          <a:ln/>
        </p:spPr>
      </p:sp>
      <p:sp>
        <p:nvSpPr>
          <p:cNvPr id="8" name="Shape 6"/>
          <p:cNvSpPr/>
          <p:nvPr/>
        </p:nvSpPr>
        <p:spPr>
          <a:xfrm>
            <a:off x="2834640" y="2103120"/>
            <a:ext cx="731520" cy="54864"/>
          </a:xfrm>
          <a:prstGeom prst="rect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Korean Language Education Platform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the Next Generation of TOPIK Learners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3B37CC">
              <a:alpha val="45000"/>
            </a:srgbClr>
          </a:solidFill>
          <a:ln w="12700">
            <a:solidFill>
              <a:srgbClr val="3B37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20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Learning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35204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3B37CC">
              <a:alpha val="45000"/>
            </a:srgbClr>
          </a:solidFill>
          <a:ln w="12700">
            <a:solidFill>
              <a:srgbClr val="3B37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3520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5204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3B37CC">
              <a:alpha val="45000"/>
            </a:srgbClr>
          </a:solidFill>
          <a:ln w="12700">
            <a:solidFill>
              <a:srgbClr val="3B37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520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NOVA CLASS  ·  Built by Thine Htike Aung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B37C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NOVA CLASS?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303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749808"/>
          </a:xfrm>
          <a:prstGeom prst="rect">
            <a:avLst/>
          </a:prstGeom>
          <a:solidFill>
            <a:srgbClr val="3B37C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06424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88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0241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Learning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3075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Korean language platform designed for academic precision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5303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74520"/>
            <a:ext cx="73152" cy="749808"/>
          </a:xfrm>
          <a:prstGeom prst="rect">
            <a:avLst/>
          </a:prstGeom>
          <a:solidFill>
            <a:srgbClr val="3B37C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020824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19385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TOPIK II Specialist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2219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TOPIK II exam preparation — Levels 3 through 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5303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88920"/>
            <a:ext cx="73152" cy="749808"/>
          </a:xfrm>
          <a:prstGeom prst="rect">
            <a:avLst/>
          </a:prstGeom>
          <a:solidFill>
            <a:srgbClr val="3B37CC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935224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560" y="28529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Trilingual Support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1363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/ 한국어 / မြန်မာ — any language, any learner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703320"/>
            <a:ext cx="5303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703320"/>
            <a:ext cx="73152" cy="749808"/>
          </a:xfrm>
          <a:prstGeom prst="rect">
            <a:avLst/>
          </a:prstGeom>
          <a:solidFill>
            <a:srgbClr val="3B37CC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849624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51560" y="37673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K_MATE AI Tutor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40507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AI tutor powered by Gemini + RAG technology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0" y="960120"/>
            <a:ext cx="2926080" cy="3611880"/>
          </a:xfrm>
          <a:prstGeom prst="rect">
            <a:avLst/>
          </a:prstGeom>
          <a:solidFill>
            <a:srgbClr val="3B37C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0" y="960120"/>
            <a:ext cx="292608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0" y="960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080760" y="1600200"/>
            <a:ext cx="2651760" cy="62179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080760" y="163677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499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080760" y="19476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Chunks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80760" y="2350008"/>
            <a:ext cx="2651760" cy="62179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080760" y="23865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080760" y="269748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Papers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80760" y="3099816"/>
            <a:ext cx="2651760" cy="62179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080760" y="31363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080760" y="34472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80760" y="3849624"/>
            <a:ext cx="2651760" cy="62179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080760" y="38862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080760" y="419709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B37CC"/>
          </a:solidFill>
          <a:ln/>
        </p:spPr>
      </p:sp>
      <p:sp>
        <p:nvSpPr>
          <p:cNvPr id="44" name="Text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</a:rPr>
              <a:t>NOVA CLASS  ·  AI Education Platform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3B37C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931920" cy="3886200"/>
          </a:xfrm>
          <a:prstGeom prst="rect">
            <a:avLst/>
          </a:prstGeom>
          <a:solidFill>
            <a:srgbClr val="F5F6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3931920" cy="457200"/>
          </a:xfrm>
          <a:prstGeom prst="rect">
            <a:avLst/>
          </a:prstGeom>
          <a:solidFill>
            <a:srgbClr val="3B37C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393192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09344"/>
            <a:ext cx="201168" cy="201168"/>
          </a:xfrm>
          <a:prstGeom prst="ellipse">
            <a:avLst/>
          </a:prstGeom>
          <a:solidFill>
            <a:srgbClr val="3B37C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55448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17922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Microservice · Port 8082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157984"/>
            <a:ext cx="201168" cy="201168"/>
          </a:xfrm>
          <a:prstGeom prst="ellipse">
            <a:avLst/>
          </a:prstGeom>
          <a:solidFill>
            <a:srgbClr val="3B37CC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10312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23408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Lite LLM (AI Brain)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706624"/>
            <a:ext cx="201168" cy="201168"/>
          </a:xfrm>
          <a:prstGeom prst="ellipse">
            <a:avLst/>
          </a:prstGeom>
          <a:solidFill>
            <a:srgbClr val="3B37CC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65176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" y="28895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Embeddings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255264"/>
            <a:ext cx="201168" cy="201168"/>
          </a:xfrm>
          <a:prstGeom prst="ellipse">
            <a:avLst/>
          </a:prstGeom>
          <a:solidFill>
            <a:srgbClr val="3B37CC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20040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34381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(Server)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803904"/>
            <a:ext cx="201168" cy="201168"/>
          </a:xfrm>
          <a:prstGeom prst="ellipse">
            <a:avLst/>
          </a:prstGeom>
          <a:solidFill>
            <a:srgbClr val="3B37CC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74904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" y="39867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Port 3000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352544"/>
            <a:ext cx="201168" cy="201168"/>
          </a:xfrm>
          <a:prstGeom prst="ellipse">
            <a:avLst/>
          </a:prstGeom>
          <a:solidFill>
            <a:srgbClr val="3B37CC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429768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" y="45354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Quiz · Progress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960120"/>
            <a:ext cx="3931920" cy="3886200"/>
          </a:xfrm>
          <a:prstGeom prst="rect">
            <a:avLst/>
          </a:prstGeom>
          <a:solidFill>
            <a:srgbClr val="F5F6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960120"/>
            <a:ext cx="39319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960120"/>
            <a:ext cx="393192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Frontend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74920" y="1609344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5413248" y="155448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Vite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13248" y="17922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Fast UI Framework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2157984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5413248" y="210312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13248" y="23408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Navigation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74920" y="2706624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5413248" y="265176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13248" y="28895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API Calls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74920" y="3255264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5413248" y="320040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 Sans KR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13248" y="34381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Font Support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74920" y="3803904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5413248" y="374904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 Sans Myanmar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13248" y="39867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Burmese Font Support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74920" y="4352544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5413248" y="429768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13248" y="45354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all screen sizes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80560" y="1234440"/>
            <a:ext cx="182880" cy="33375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9" name="Text 4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NOVA CLASS  ·  AI Education Platform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B37C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81635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816352" cy="64008"/>
          </a:xfrm>
          <a:prstGeom prst="rect">
            <a:avLst/>
          </a:prstGeom>
          <a:solidFill>
            <a:srgbClr val="3B37CC"/>
          </a:solidFill>
          <a:ln/>
        </p:spPr>
      </p:sp>
      <p:sp>
        <p:nvSpPr>
          <p:cNvPr id="6" name="Shape 4"/>
          <p:cNvSpPr/>
          <p:nvPr/>
        </p:nvSpPr>
        <p:spPr>
          <a:xfrm>
            <a:off x="393192" y="1143000"/>
            <a:ext cx="502920" cy="502920"/>
          </a:xfrm>
          <a:prstGeom prst="ellipse">
            <a:avLst/>
          </a:prstGeom>
          <a:solidFill>
            <a:srgbClr val="3B37CC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1612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K_MATE AI Tutor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76479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any language — RAG answers using real TOPIK exam data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960120"/>
            <a:ext cx="281635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960120"/>
            <a:ext cx="2816352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143000"/>
            <a:ext cx="502920" cy="50292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950208" y="11612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Quiz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176479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TOPIK II questions with instant scoring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17336" y="960120"/>
            <a:ext cx="281635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960120"/>
            <a:ext cx="2816352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81928" y="1143000"/>
            <a:ext cx="502920" cy="502920"/>
          </a:xfrm>
          <a:prstGeom prst="ellipse">
            <a:avLst/>
          </a:prstGeom>
          <a:solidFill>
            <a:srgbClr val="0891B2">
              <a:alpha val="1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281928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94576" y="11612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Mode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54496" y="176479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timed mock exam with question navigator &amp; results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2926080"/>
            <a:ext cx="281635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926080"/>
            <a:ext cx="2816352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393192" y="3108960"/>
            <a:ext cx="502920" cy="502920"/>
          </a:xfrm>
          <a:prstGeom prst="ellipse">
            <a:avLst/>
          </a:prstGeom>
          <a:solidFill>
            <a:srgbClr val="10B981">
              <a:alpha val="1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05840" y="31272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373075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progress, view upcoming events &amp; class management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72968" y="2926080"/>
            <a:ext cx="281635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72968" y="2926080"/>
            <a:ext cx="2816352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3337560" y="3108960"/>
            <a:ext cx="502920" cy="502920"/>
          </a:xfrm>
          <a:prstGeom prst="ellipse">
            <a:avLst/>
          </a:prstGeom>
          <a:solidFill>
            <a:srgbClr val="F59E0B">
              <a:alpha val="1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33756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950208" y="31272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10128" y="373075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management with progress bars &amp; lesson resumption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17336" y="2926080"/>
            <a:ext cx="281635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17336" y="2926080"/>
            <a:ext cx="2816352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Shape 34"/>
          <p:cNvSpPr/>
          <p:nvPr/>
        </p:nvSpPr>
        <p:spPr>
          <a:xfrm>
            <a:off x="6281928" y="3108960"/>
            <a:ext cx="502920" cy="502920"/>
          </a:xfrm>
          <a:prstGeom prst="ellipse">
            <a:avLst/>
          </a:prstGeom>
          <a:solidFill>
            <a:srgbClr val="EF4444">
              <a:alpha val="1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281928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894576" y="31272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54496" y="373075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with Student &amp; Instructor role support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B37CC"/>
          </a:solidFill>
          <a:ln/>
        </p:spPr>
      </p:sp>
      <p:sp>
        <p:nvSpPr>
          <p:cNvPr id="41" name="Text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</a:rPr>
              <a:t>NOVA CLASS  ·  AI Education Platform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3B37C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 &amp; Roadmap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2011680" cy="45720"/>
          </a:xfrm>
          <a:prstGeom prst="rect">
            <a:avLst/>
          </a:prstGeom>
          <a:solidFill>
            <a:srgbClr val="3B37CC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1463040" cy="731520"/>
          </a:xfrm>
          <a:prstGeom prst="rect">
            <a:avLst/>
          </a:prstGeom>
          <a:solidFill>
            <a:srgbClr val="4F46E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05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335024"/>
            <a:ext cx="27432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126187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1005840"/>
            <a:ext cx="1463040" cy="73152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03120" y="1005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0" y="1335024"/>
            <a:ext cx="27432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126187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0" y="1005840"/>
            <a:ext cx="1463040" cy="7315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0" y="1005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0" y="1335024"/>
            <a:ext cx="27432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7" name="Text 15"/>
          <p:cNvSpPr/>
          <p:nvPr/>
        </p:nvSpPr>
        <p:spPr>
          <a:xfrm>
            <a:off x="5532120" y="126187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77840" y="1005840"/>
            <a:ext cx="1463040" cy="731520"/>
          </a:xfrm>
          <a:prstGeom prst="rect">
            <a:avLst/>
          </a:prstGeom>
          <a:solidFill>
            <a:srgbClr val="3B37C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77840" y="1005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K_MATE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40880" y="1335024"/>
            <a:ext cx="27432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126187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0" y="1005840"/>
            <a:ext cx="1463040" cy="7315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0" y="1005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3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377440"/>
            <a:ext cx="2788920" cy="233172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377440"/>
            <a:ext cx="27889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3774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RAG System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31821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K_MATE AI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3529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Node.js API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38770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React Frontend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42245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Quiz &amp; Exam Mode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18688" y="2377440"/>
            <a:ext cx="2788920" cy="233172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18688" y="2377440"/>
            <a:ext cx="2788920" cy="384048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218688" y="23774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IN PROGRESS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55848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More TOPIK exam data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55848" y="31821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Deploy to production server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63056" y="2377440"/>
            <a:ext cx="2788920" cy="233172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63056" y="2377440"/>
            <a:ext cx="2788920" cy="384048"/>
          </a:xfrm>
          <a:prstGeom prst="rect">
            <a:avLst/>
          </a:prstGeom>
          <a:solidFill>
            <a:srgbClr val="9CA3AF">
              <a:alpha val="8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163056" y="23774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PLANNED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0216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Attendance Management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00216" y="31821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Auto Summary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0216" y="3529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Mobile App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B37CC">
              <a:alpha val="5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</a:rPr>
              <a:t>NOVA CLASS  ·  Built by Thine Htike Aung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 CLASS</dc:title>
  <dc:subject>PptxGenJS Presentation</dc:subject>
  <dc:creator>Thine Htike Aung</dc:creator>
  <cp:lastModifiedBy>Thine Htike Aung</cp:lastModifiedBy>
  <cp:revision>1</cp:revision>
  <dcterms:created xsi:type="dcterms:W3CDTF">2026-06-11T06:36:38Z</dcterms:created>
  <dcterms:modified xsi:type="dcterms:W3CDTF">2026-06-11T06:36:38Z</dcterms:modified>
</cp:coreProperties>
</file>